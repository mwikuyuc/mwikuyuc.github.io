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2684260-C675-4E21-86C5-A8F300A859C0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10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x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</a:t>
            </a: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</a:t>
            </a: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61CDED7-0F0A-48A2-9992-95DD28FA9594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05920"/>
            <a:ext cx="2057040" cy="43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05920"/>
            <a:ext cx="6019560" cy="43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4F9DC68-1613-4B73-A8DC-7152EDCEB3A1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25534F2-E661-49F8-AF29-EC48A0BBF717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204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buNone/>
            </a:pPr>
            <a:r>
              <a:rPr lang="en-US" sz="3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3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3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180160"/>
            <a:ext cx="7772040" cy="112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lang="en-US" sz="15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711CB5-D227-4D69-A8D8-BA2BF0DA5A6A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C0CC02C-2FEB-4BFB-99D7-6E750567F48A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151280"/>
            <a:ext cx="4039920" cy="47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1631160"/>
            <a:ext cx="4039920" cy="296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151280"/>
            <a:ext cx="4041360" cy="47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1631160"/>
            <a:ext cx="4041360" cy="296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E1B8522-B4D9-4908-8D93-453B05655C30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61C7D6E-248A-49C1-93D7-9F26FE6EC348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1B2FDA8-A532-4BEA-8035-2120961659DC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04840"/>
            <a:ext cx="5111280" cy="438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3D9A383-7F9D-4DF3-8902-394AAD9A6F55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3600360"/>
            <a:ext cx="5486040" cy="4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792440" y="459720"/>
            <a:ext cx="5486040" cy="30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4025520"/>
            <a:ext cx="5486040" cy="60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013D092-3DFD-480D-97F4-DFD59D0771DE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Лабораторная работа №5 (продолжение)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371600" y="2914560"/>
            <a:ext cx="6400440" cy="131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Мвикую Кристиан Кристофер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dt" idx="34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2026-04-08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Цель работы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Расширить персональный сайт, добавив информацию о навыках, опыте, достижениях, а также создать два новых блоговых поста.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Задачи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Добавить на сайт раздел с информацией о навыках (Skills)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Добавить на сайт раздел с информацией об опыте (Experience)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Добавить на сайт раздел с информацией о достижениях (Accomplishments)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Создать пост о прошедшей неделе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Создать пост на тему «Легковесные языки разметки. Markdown»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Опубликовать изменения на GitHub Pages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Добавление навыков (Skills)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добавления информации о навыках был отредактирован файл 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about.md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 В него был добавлен раздел с таблицей языков программирования и списком инструментов и технологий.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9" name="Picture 1" descr="M12.png"/>
          <p:cNvPicPr/>
          <p:nvPr/>
        </p:nvPicPr>
        <p:blipFill>
          <a:blip r:embed="rId1"/>
          <a:stretch/>
        </p:blipFill>
        <p:spPr>
          <a:xfrm>
            <a:off x="3975120" y="203040"/>
            <a:ext cx="4279680" cy="38732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0" name="TextBox 3"/>
          <p:cNvSpPr/>
          <p:nvPr/>
        </p:nvSpPr>
        <p:spPr>
          <a:xfrm>
            <a:off x="3568680" y="4076640"/>
            <a:ext cx="510516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Добавление навыков на сайт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Добавление опыта (Experience) и достижений (Accomplishments)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 раздел опыта добавлена информация о лабораторных работах. Раздел достижений включает информацию о сертификатах.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3" name="Picture 1" descr="M13.png"/>
          <p:cNvPicPr/>
          <p:nvPr/>
        </p:nvPicPr>
        <p:blipFill>
          <a:blip r:embed="rId1"/>
          <a:stretch/>
        </p:blipFill>
        <p:spPr>
          <a:xfrm>
            <a:off x="3975120" y="203040"/>
            <a:ext cx="4279680" cy="38732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4" name="TextBox 3"/>
          <p:cNvSpPr/>
          <p:nvPr/>
        </p:nvSpPr>
        <p:spPr>
          <a:xfrm>
            <a:off x="3568680" y="4076640"/>
            <a:ext cx="510516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Добавление опыта и достижений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Создание поста о прошедшей неделе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Создан файл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_posts/2026-04-08-week-in-review.md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с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обзором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прошедшей недели.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7" name="Picture 1" descr="M11.png"/>
          <p:cNvPicPr/>
          <p:nvPr/>
        </p:nvPicPr>
        <p:blipFill>
          <a:blip r:embed="rId1"/>
          <a:stretch/>
        </p:blipFill>
        <p:spPr>
          <a:xfrm>
            <a:off x="3975120" y="203040"/>
            <a:ext cx="4279680" cy="38732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8" name="TextBox 3"/>
          <p:cNvSpPr/>
          <p:nvPr/>
        </p:nvSpPr>
        <p:spPr>
          <a:xfrm>
            <a:off x="3568680" y="4076640"/>
            <a:ext cx="510516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Пост о прошедшей неделе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Создание поста о Markdown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Создан пост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_posts/2026-04-08-markdown-lightweight-markup.md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о языке разметки Markdown.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1" name="Picture 1" descr="M10.png"/>
          <p:cNvPicPr/>
          <p:nvPr/>
        </p:nvPicPr>
        <p:blipFill>
          <a:blip r:embed="rId1"/>
          <a:stretch/>
        </p:blipFill>
        <p:spPr>
          <a:xfrm>
            <a:off x="3975120" y="203040"/>
            <a:ext cx="4279680" cy="38732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2" name="TextBox 3"/>
          <p:cNvSpPr/>
          <p:nvPr/>
        </p:nvSpPr>
        <p:spPr>
          <a:xfrm>
            <a:off x="3568680" y="4076640"/>
            <a:ext cx="510516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Пост о Markdown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Публикация изменений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Файлы добавлены в Git, создан коммит с GPG-подписью и выполнена отправка на GitHub.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5" name="Picture 1" descr="M16.png"/>
          <p:cNvPicPr/>
          <p:nvPr/>
        </p:nvPicPr>
        <p:blipFill>
          <a:blip r:embed="rId1"/>
          <a:stretch/>
        </p:blipFill>
        <p:spPr>
          <a:xfrm>
            <a:off x="3568680" y="1295280"/>
            <a:ext cx="5105160" cy="16887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6" name="TextBox 3"/>
          <p:cNvSpPr/>
          <p:nvPr/>
        </p:nvSpPr>
        <p:spPr>
          <a:xfrm>
            <a:off x="3568680" y="4076640"/>
            <a:ext cx="510516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Commit и Push изменений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Результаты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88" name="Content Placeholder 5"/>
          <p:cNvGraphicFramePr/>
          <p:nvPr/>
        </p:nvGraphicFramePr>
        <p:xfrm>
          <a:off x="457200" y="1193760"/>
          <a:ext cx="8229240" cy="219528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Раздел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Содержание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Статус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Skills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Языки программирования, инструменты, технологии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✓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Experience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Опыт работы над проектами и лабораторными работами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✓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Accomplishments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Сертификаты и достижения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✓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Week in Review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Новый пост о прошедшей неделе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✓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Markdown post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Пост о языке разметки Markdown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✓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Внешний вид сайта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Главная страница сайта после добавления новых постов: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1" name="Picture 1" descr="M14.png"/>
          <p:cNvPicPr/>
          <p:nvPr/>
        </p:nvPicPr>
        <p:blipFill>
          <a:blip r:embed="rId1"/>
          <a:stretch/>
        </p:blipFill>
        <p:spPr>
          <a:xfrm>
            <a:off x="4876920" y="914400"/>
            <a:ext cx="4077000" cy="34153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" name="TextBox 3"/>
          <p:cNvSpPr/>
          <p:nvPr/>
        </p:nvSpPr>
        <p:spPr>
          <a:xfrm>
            <a:off x="3886200" y="4343400"/>
            <a:ext cx="510516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Страница образования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" name="Picture 1" descr="M15.png"/>
          <p:cNvPicPr/>
          <p:nvPr/>
        </p:nvPicPr>
        <p:blipFill>
          <a:blip r:embed="rId2"/>
          <a:stretch/>
        </p:blipFill>
        <p:spPr>
          <a:xfrm>
            <a:off x="648000" y="1828800"/>
            <a:ext cx="3924000" cy="2514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4" name="TextBox 3"/>
          <p:cNvSpPr/>
          <p:nvPr/>
        </p:nvSpPr>
        <p:spPr>
          <a:xfrm>
            <a:off x="-990360" y="4521600"/>
            <a:ext cx="510516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Технические навыки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Заключение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Добавлен раздел навыков (Skills)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Добавлен раздел опыта (Experience)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Добавлен раздел достижений (Accomplishments)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Создан пост о прошедшей неделе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Создан пост о Markdown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Все изменения опубликованы на GitHub Pages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Сайт: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https://MwikuyuC.github.io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Студент: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Мвикую Кристиан Кристофер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Группа: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НПИбд-02-25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Дата: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8 апреля 2026 г.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LibreOffice/25.8.5.2$Linux_X86_64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2026-04-07T23:01:17Z</dcterms:created>
  <dc:creator>Мвикую Кристиан Кристофер</dc:creator>
  <dc:description/>
  <cp:keywords>GitHub Pages Jekyll Markdown персональный сайт навыки опыт</cp:keywords>
  <dc:language>en-US</dc:language>
  <cp:lastModifiedBy/>
  <dcterms:modified xsi:type="dcterms:W3CDTF">2026-04-08T02:15:07Z</dcterms:modified>
  <cp:revision>2</cp:revision>
  <dc:subject>Операционные системы</dc:subject>
  <dc:title>Лабораторная работа №5 (продолжение)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2026-04-08</vt:lpwstr>
  </property>
</Properties>
</file>